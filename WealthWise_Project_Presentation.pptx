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WealthWise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200" b="0">
                <a:solidFill>
                  <a:srgbClr val="4A777A"/>
                </a:solidFill>
                <a:latin typeface="Calibri"/>
              </a:defRPr>
            </a:pPr>
            <a:r>
              <a:t>Personal Expense Tracker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3657600" cy="45720"/>
          </a:xfrm>
          <a:prstGeom prst="rect">
            <a:avLst/>
          </a:prstGeom>
          <a:solidFill>
            <a:srgbClr val="4A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4A777A"/>
                </a:solidFill>
                <a:latin typeface="Calibri"/>
              </a:defRPr>
            </a:pPr>
            <a:r>
              <a:t>Technical Project Documentation &amp; Presentation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Core Frameworks: FastAPI, SQLite, SQLAlchemy, Docker, GitHub Actions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77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Calibri"/>
              </a:rPr>
              <a:t>Project Overview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17352" cy="36576"/>
          </a:xfrm>
          <a:prstGeom prst="rect">
            <a:avLst/>
          </a:prstGeom>
          <a:solidFill>
            <a:srgbClr val="4A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What is WealthWise?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WealthWise is a production-ready, full-stack Single Page Application (SPA) designed to help individuals monitor, categorize, and control their expenditures.</a:t>
            </a:r>
            <a:br/>
            <a:br/>
            <a:r>
              <a:t>Built to run locally or containerized in Docker, the platform offers a modern glassmorphic interface coupled with a fast, self-documenting asynchronous FastAPI backend.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Core Objectives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4A777A"/>
                </a:solidFill>
                <a:latin typeface="Calibri"/>
              </a:defRPr>
            </a:pPr>
            <a:r>
              <a:t>• Real-time Dashboard Statistics: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Aggregate expenditures, count transactions, and track top spending categories instantly.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4A777A"/>
                </a:solidFill>
                <a:latin typeface="Calibri"/>
              </a:defRPr>
            </a:pPr>
            <a:r>
              <a:t>• Full CRUD Capabilities: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Support adding, displaying, editing, and deleting transactions with dynamic DOM updates.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4A777A"/>
                </a:solidFill>
                <a:latin typeface="Calibri"/>
              </a:defRPr>
            </a:pPr>
            <a:r>
              <a:t>• Type-safe Input Validation: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Use backend Pydantic models to validate transaction amounts, ranges, and formats.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4A777A"/>
                </a:solidFill>
                <a:latin typeface="Calibri"/>
              </a:defRPr>
            </a:pPr>
            <a:r>
              <a:t>• Cloud Ready Containerization: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Provide standard Docker packaging for quick setup on platforms like Render.com.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777A"/>
                </a:solidFill>
                <a:latin typeface="Calibri"/>
              </a:rPr>
              <a:t>TECHNICAL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Calibri"/>
              </a:rPr>
              <a:t>System Architecture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17352" cy="36576"/>
          </a:xfrm>
          <a:prstGeom prst="rect">
            <a:avLst/>
          </a:prstGeom>
          <a:solidFill>
            <a:srgbClr val="4A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FastAPI Backend &amp; Persistence Layer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▪ FastAPI: High-performance Python web API framework utilizing standard type-hints and automatic Swagger UI docs.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▪ Uvicorn: ASGI web server built for lightning-fast asynchronous operations.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▪ SQLite: Embedded, zero-configuration SQL database storing transactions locally.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▪ SQLAlchemy: ORM abstraction wrapping database operations, ensuring clean Python-based queries.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Frontend &amp; DevOps Delivery Layers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▪ HTML5 Structure: Semantic markup arranging the workspace into responsive layouts.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▪ Vanilla CSS3: Modern color variables, flex/grid layouts, and responsive panels with zero library overhead.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▪ Vanilla JavaScript: Asynchronous Fetch API logic to handle form submissions and update dashboards without reloading.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▪ Docker Containerization: Multi-stage deployment wrapping the app inside Python slim containers.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▪ GitHub Actions CI: Verifies branch syntax check and compiles container builds on push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777A"/>
                </a:solidFill>
                <a:latin typeface="Calibr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Calibri"/>
              </a:rPr>
              <a:t>Core Application Features &amp;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17352" cy="36576"/>
          </a:xfrm>
          <a:prstGeom prst="rect">
            <a:avLst/>
          </a:prstGeom>
          <a:solidFill>
            <a:srgbClr val="4A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B365D"/>
                </a:solidFill>
                <a:latin typeface="Calibri"/>
              </a:defRPr>
            </a:pPr>
            <a:r>
              <a:t>1. Summary Dashboard Widgets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Real-time cards at the top calculating total expenditures (in INR ₹), total transaction counts, and the highest-spending category name + amount.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B365D"/>
                </a:solidFill>
                <a:latin typeface="Calibri"/>
              </a:defRPr>
            </a:pPr>
            <a:r>
              <a:t>2. Inline Transaction Editing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Clicking 'Edit' reloads transaction details into the primary entry form, shifts the submit button, and reveals a 'Cancel Edit' trigger.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2336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B365D"/>
                </a:solidFill>
                <a:latin typeface="Calibri"/>
              </a:defRPr>
            </a:pPr>
            <a:r>
              <a:t>3. Spending Progress Breakdown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Renders percentage progress bars for categories (Food, Shopping, Travel, Bills, Entertainment, Other), updating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B365D"/>
                </a:solidFill>
                <a:latin typeface="Calibri"/>
              </a:defRPr>
            </a:pPr>
            <a:r>
              <a:t>4. Tabular Transaction Log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Clean chronological expense tables showing dates, category badges, numeric amounts, and action anchors.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777A"/>
                </a:solidFill>
                <a:latin typeface="Calibri"/>
              </a:rPr>
              <a:t>DATA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Calibri"/>
              </a:rPr>
              <a:t>Database Schema: 'expenses'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17352" cy="36576"/>
          </a:xfrm>
          <a:prstGeom prst="rect">
            <a:avLst/>
          </a:prstGeom>
          <a:solidFill>
            <a:srgbClr val="4A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ORM Representation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project maps transaction fields directly to database schemas using SQLAlchemy ORM (backend/models.py).</a:t>
            </a:r>
            <a:br/>
            <a:br/>
            <a:r>
              <a:t>Indexes are placed on ID, Title, and Category fields to optimize search queries as the transaction log expands.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0" y="1828800"/>
          <a:ext cx="7132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2011680"/>
                <a:gridCol w="2834640"/>
              </a:tblGrid>
              <a:tr h="5878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/>
                        <a:t>id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PK, Index, Autoincrement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Unique identifier for transaction.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/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Index, 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Expense name (e.g. 'Electricity Bill').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/>
                        <a:t>amount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DOUBLE/FLOAT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NULL, Positive (&gt;0)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Amount spent on transaction (INR ₹).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/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VARCHAR(50)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Index, 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Group class (Food, Shopping, Travel...).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/>
                        <a:t>date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Calendar date of occurrence.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/>
                        <a:t>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VARCHAR(500)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Optional notes or comments.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777A"/>
                </a:solidFill>
                <a:latin typeface="Calibri"/>
              </a:rPr>
              <a:t>BACKEND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Calibri"/>
              </a:rPr>
              <a:t>RESTful API Route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17352" cy="36576"/>
          </a:xfrm>
          <a:prstGeom prst="rect">
            <a:avLst/>
          </a:prstGeom>
          <a:solidFill>
            <a:srgbClr val="4A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28800"/>
          <a:ext cx="108173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1645920"/>
                <a:gridCol w="1828800"/>
                <a:gridCol w="4233672"/>
              </a:tblGrid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 Endpoint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Request Body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Response Data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Functional Operation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>
                          <a:solidFill>
                            <a:srgbClr val="1565C0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/health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 Status Check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 verification endpoint.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>
                          <a:solidFill>
                            <a:srgbClr val="2E7D32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/expenses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ExpenseCreate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ExpenseResponse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Inserts transaction; checks values (amount &gt; 0).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>
                          <a:solidFill>
                            <a:srgbClr val="1565C0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/expenses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List[ExpenseResponse]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Retrieves transaction history (newest first).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>
                          <a:solidFill>
                            <a:srgbClr val="E65100"/>
                          </a:solidFill>
                        </a:rP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/expenses/{id}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ExpenseUpdate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ExpenseResponse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Modifies an existing transaction record by 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>
                          <a:solidFill>
                            <a:srgbClr val="C62828"/>
                          </a:solidFill>
                        </a:rPr>
                        <a:t>DELETE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/expenses/{id}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ExpenseResponse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Deletes expense record from database and return status.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b="1">
                          <a:solidFill>
                            <a:srgbClr val="1565C0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SummaryDetails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 sz="11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Aggregates totals, counts, and category statistics.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777A"/>
                </a:solidFill>
                <a:latin typeface="Calibri"/>
              </a:rP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Calibri"/>
              </a:rPr>
              <a:t>UI/UX Layout &amp; Premium Aesthetics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17352" cy="36576"/>
          </a:xfrm>
          <a:prstGeom prst="rect">
            <a:avLst/>
          </a:prstGeom>
          <a:solidFill>
            <a:srgbClr val="4A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Design Principles &amp; Styling Variables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4A777A"/>
                </a:solidFill>
                <a:latin typeface="Calibri"/>
              </a:defRPr>
            </a:pPr>
            <a:r>
              <a:t>▪ Clean Slab Theme: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250" b="0">
                <a:solidFill>
                  <a:srgbClr val="333333"/>
                </a:solidFill>
                <a:latin typeface="Calibri"/>
              </a:defRPr>
            </a:pPr>
            <a:r>
              <a:t>Uses white and light gray card layouts bordered by thin, explicit lines, replacing dark heavy drop shadows.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4A777A"/>
                </a:solidFill>
                <a:latin typeface="Calibri"/>
              </a:defRPr>
            </a:pPr>
            <a:r>
              <a:t>▪ Color Variables: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250" b="0">
                <a:solidFill>
                  <a:srgbClr val="333333"/>
                </a:solidFill>
                <a:latin typeface="Calibri"/>
              </a:defRPr>
            </a:pPr>
            <a:r>
              <a:t>CSS root values standardize badges, cards, buttons, and alert states systematically.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4A777A"/>
                </a:solidFill>
                <a:latin typeface="Calibri"/>
              </a:defRPr>
            </a:pPr>
            <a:r>
              <a:t>▪ Google Fonts Integration: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250" b="0">
                <a:solidFill>
                  <a:srgbClr val="333333"/>
                </a:solidFill>
                <a:latin typeface="Calibri"/>
              </a:defRPr>
            </a:pPr>
            <a:r>
              <a:t>Includes the 'Outfit' typography family dynamically to improve accessibility and readability.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4A777A"/>
                </a:solidFill>
                <a:latin typeface="Calibri"/>
              </a:defRPr>
            </a:pPr>
            <a:r>
              <a:t>▪ Responsive Layouts: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250" b="0">
                <a:solidFill>
                  <a:srgbClr val="333333"/>
                </a:solidFill>
                <a:latin typeface="Calibri"/>
              </a:defRPr>
            </a:pPr>
            <a:r>
              <a:t>Applies media queries to stack forms and tables neatly on smaller screens.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Dynamic Interaction &amp; Event Flow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4A777A"/>
                </a:solidFill>
                <a:latin typeface="Calibri"/>
              </a:defRPr>
            </a:pPr>
            <a:r>
              <a:t>▪ Fetch API Networking: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250" b="0">
                <a:solidFill>
                  <a:srgbClr val="333333"/>
                </a:solidFill>
                <a:latin typeface="Calibri"/>
              </a:defRPr>
            </a:pPr>
            <a:r>
              <a:t>The frontend updates asynchronous transactions instantly without loading indicators or page reloads.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4A777A"/>
                </a:solidFill>
                <a:latin typeface="Calibri"/>
              </a:defRPr>
            </a:pPr>
            <a:r>
              <a:t>▪ Category Badge Badging: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250" b="0">
                <a:solidFill>
                  <a:srgbClr val="333333"/>
                </a:solidFill>
                <a:latin typeface="Calibri"/>
              </a:defRPr>
            </a:pPr>
            <a:r>
              <a:t>Inlines categorized transaction rows with distinct badges matching progress bars color codes.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4A777A"/>
                </a:solidFill>
                <a:latin typeface="Calibri"/>
              </a:defRPr>
            </a:pPr>
            <a:r>
              <a:t>▪ Form Modes Interchanging: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250" b="0">
                <a:solidFill>
                  <a:srgbClr val="333333"/>
                </a:solidFill>
                <a:latin typeface="Calibri"/>
              </a:defRPr>
            </a:pPr>
            <a:r>
              <a:t>The submit form dynamically transitions between 'Add New' and 'Edit Expense' states automatically.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4A777A"/>
                </a:solidFill>
                <a:latin typeface="Calibri"/>
              </a:defRPr>
            </a:pPr>
            <a:r>
              <a:t>▪ Instant Confirmation Feedback: </a:t>
            </a:r>
          </a:p>
          <a:p>
            <a:pPr lvl="1">
              <a:spcBef>
                <a:spcPts val="0"/>
              </a:spcBef>
              <a:spcAft>
                <a:spcPts val="800"/>
              </a:spcAft>
              <a:defRPr sz="1250" b="0">
                <a:solidFill>
                  <a:srgbClr val="333333"/>
                </a:solidFill>
                <a:latin typeface="Calibri"/>
              </a:defRPr>
            </a:pPr>
            <a:r>
              <a:t>Alert gates protect against accidental row deletions.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777A"/>
                </a:solidFill>
                <a:latin typeface="Calibri"/>
              </a:rPr>
              <a:t>DEVOPS &amp;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Calibri"/>
              </a:rPr>
              <a:t>Containerization &amp; Deployment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17352" cy="36576"/>
          </a:xfrm>
          <a:prstGeom prst="rect">
            <a:avLst/>
          </a:prstGeom>
          <a:solidFill>
            <a:srgbClr val="4A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Container Packaging &amp; Cloud Deployment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• Base Image: Uses lightweight python:3.10-slim to reduce image size to a minimum.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• Volume Mounts: Declares '/app/data' volume path to preserve SQLite database state across restarts.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• Dynamic Port Binding: Uvicorn wrapper cmd listens on dynamic $PORT variables defined by hosting providers (e.g. Render).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• Render Blueprint: Includes render.yaml configurations to configure auto-deploys with persistent disk setups.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GitHub Actions CI Pipeline (.github/workflows/ci.yml)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• Triggers: Build scripts fire automatically on code pushes and pull requests targeting master/main branches.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• Environment setup: Sets up virtual runner nodes and installs runtime Python dependencies.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• Compilation verification: Uses python compileall helper scripts to execute system checks on Python syntax validity.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• Docker Build verification: Executes local test container build stages inside action runners to verify Dockerfile health.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777A"/>
                </a:solidFill>
                <a:latin typeface="Calibri"/>
              </a:rPr>
              <a:t>PROJECT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Calibri"/>
              </a:rPr>
              <a:t>Conclusion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17352" cy="36576"/>
          </a:xfrm>
          <a:prstGeom prst="rect">
            <a:avLst/>
          </a:prstGeom>
          <a:solidFill>
            <a:srgbClr val="4A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Project Achievements Summary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450" b="0">
                <a:solidFill>
                  <a:srgbClr val="333333"/>
                </a:solidFill>
                <a:latin typeface="Calibri"/>
              </a:defRPr>
            </a:pPr>
            <a:r>
              <a:t>WealthWise implements an optimized, self-contained transaction logger using modern software methodologies.</a:t>
            </a:r>
            <a:br/>
            <a:br/>
            <a:r>
              <a:t>The server is capable of serving assets and handling transactions with minimal resource consumption, making it ideal for self-hosted or embedded deployment configurations.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333333"/>
                </a:solidFill>
                <a:latin typeface="Calibri"/>
              </a:defRPr>
            </a:pPr>
            <a:r>
              <a:t>Key Deliverables Achieved:</a:t>
            </a:r>
            <a:br/>
            <a:r>
              <a:t>✔ Async FastAPI CRUD endpoints mapping SQLite ORM schemas.</a:t>
            </a:r>
            <a:br/>
            <a:r>
              <a:t>✔ Premium responsive glassmorphic single page HTML/CSS/JS frontend.</a:t>
            </a:r>
            <a:br/>
            <a:r>
              <a:t>✔ Full Docker build scripts and render deployment configurations.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Future Roadmap Extensions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1. Authentication &amp; User Accounts: Secure login portals permitting individual multi-user dashboard instances.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2. Interactive Charting Frameworks: Include Chart.js dashboards showing monthly expenditure graphs.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3. Multi-Currency Support: Real-time converter API integration linking expenditures directly to INR.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4. Report Export Tools: Provide triggers to download transaction records in standard PDF or Excel sheets.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5. Smart Budget Gates: Introduce warnings alerting users when category spending exceeds budget thresholds.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